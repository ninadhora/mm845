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esse paper foi apresentado aqui, a pergunta que ficou foi: como a gente sabe que esse número é verdade? O projeto responde a isso ao pé da letra.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crítica; é a lista do que a análise do próprio paper permite calcular e ninguém calculou.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material das aulas. A última linha do slide diz de onde vem cada parte.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Vão me perguntar: a sua quadratura também é um estimador. É, mas tem um zero exato pra se conferir. O Monte Carlo não tem conferência interna.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Tudo sintético, semeado, CPU. O gênero 2 fica fora porque a quadratura de duas cartas não existe ainda. Tooling: o código do harness foi escrito com um assistente de IA a partir da minha especificação, e ele ajudou a organizar o protocolo e os slides. Certificados, limiares, decisões, rodadas e interpretação são meus; cada número passou por duas implementações independentes.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quarta linha é importante: topologia certa não é Willmore. E Gauss-Bonnet virou o critério de convergência da numérica inteira.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checkpoints, dois motivos diferentes pro mesmo veredito.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vezes o fluxo publicado, sem mudar nada, reportou um número que o teorema proíbe; e na esfera o critério de melhor época guardou a superfície pior. Não precisa de bolha.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bolha mostra o que o estimador não enxerga; se o fluxo entra nesse ponto cego sozinho é o experimento das bacias.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geometria, melhor é um teorema com hipóteses enunciadas; em computação é dominância dentro de uma fronteira. A auditoria faz o segundo parecer o primeiro. Linhas entre colchetes: o que terminou entra, o que não terminou eu 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 na frase e para.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neural Willmore surface be trusted?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926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and adversarial tests from the analysis of the Willmore functional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Nina da Hora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MM845 AI for Geometry, mini-project. IMECC, Unicamp, October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Lecturers: Henrique N. Sá Earp, Edward Hirst, Tomás S. R. Silva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neural Willmore flow: method and unchecked properties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Hirst, Sá Earp, Silva. Minimising Willmore energy via neural flow, arXiv:2604.04321 (2026)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5513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method does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is never checked on its output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tanh network phi(u, v) -&gt; R^3 on spectral features; curvatures by automatic differentiation.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topology (is the output still a torus?).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Loss: Monte Carlo estimate of int H^2 dA on 5000 uniform random points, with a Huber cap on H^2 at 50 and regularity terms; Adam.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Willmore equation (is it a critical point?).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Recovers 4pi (sphere) and 2pi^2 (Clifford torus); reports W = 30.2 for genus 2.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Mobius invariance of the reported energy; embeddedness (no self-intersection term).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run per genus, one seed, no error bar.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estimator itself: is the reported number the energy of the surface?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29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of this project: can the analysis of the Willmore functional, made computable, certify a numerical surface, and where does the training signal fail?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Certificates derived from the analysis of W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identity with an exact reference value, computed on a grid the training never saw. A residual size is a diagnostic, reported with a band, not pass or fail.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743200"/>
                <a:gridCol w="4206240"/>
                <a:gridCol w="3593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Theorem (source)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Certificate: what is computed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 rule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Gauss-Bonnet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 K dA on the frozen grid; chi-hat = int K dA / 2pi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|int K dA - 4pi(1 - g)| &lt; 1e-3 x 2pi on a converged grid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Blaschke, White: Mobius invariance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 after an inversion Psi(x) = c + r^2 (x - c)/|x - c|^2, two centres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difference &lt; 1e-3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Li-Yau: W &gt;= 4pi 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certified W against 8pi; mesh self-intersection test (next)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 &lt; 8pi certifies embeddedness; self-intersection with W &lt; 8pi convicts the estimator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Willmore equation (Euler-Lagrange of W)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norm of Delta H + 2H(H^2 - K): direct (4th derivatives) and variational (first variation of W, 2nd derivatives)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relative: &lt; 0.05 critical, &lt; 0.5 near-critical, else not critical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Simon, Riviere: energy quantisation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attack: a grafted bubble phi + eps exp(-d^2/rho^2) n; reward = W_cert - W_Huber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accepted surface with reward &gt; 2pi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2578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material used: Lectures 4, 12, 13 (the neural flow, PINNs, geometric flows), 2 (baselines, the flow's metric, optimisers), 3 (linear ansatz), 9 (search ladder as adversary), 7 and 8 (basin map). Lectures 5, 6, 10, 11 have interfaces written, not run.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energy and certified energy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754880"/>
                <a:gridCol w="48737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energy, W_rep (the training signal)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Certified energy, W_cert (the harness)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 area x mean of H^2 sqrt(g) over 5000 uniform random points; Huber cap on H^2 above 50; one seed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 H^2 dA by spectral quadrature in float64 (midpoint rule in periodic directions, Gauss-Legendre toward the poles), grid refined until Gauss-Bonnet closes to 1e-6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Weakness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samples miss small features; the cap hides large curvature; the value moves with the seed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a grid that resolves the surface; the resolution protocol guarantees it, with Gauss-Bonnet as the criterion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internal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exact zero: Gauss-Bonnet on the same grid, 1e-15 on the checkpoints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114800"/>
            <a:ext cx="110916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Harness: certificates.py, any differentiable phi(u, v) -&gt; R^3 in torch; same autodiff curvatures as the paper; nothing clamped (a NaN is a finding).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twice before touching a network: numpy with finite differences and torch with autodiff agree to 1e-10 on the exact sphere, ellipsoid, Clifford torus and a torus of the wrong aspect ratio (18 tests, 4 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W_cert - W_rep is not a certificate. It measures how far the training signal can be pushed from the truth; the attack maximises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and runs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shown was run.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017520"/>
                <a:gridCol w="33192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many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surfaces: sphere, ellipsoid (1,1,2), Clifford torus, torus R =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 tests of the harness; the trivial baseline (Lecture 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Outputs of the published flow, trained with the released code and configs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genus 0 (30 epochs), genus 1 (200 epochs, best at 141)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objects audited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Grafted bubbles on the trained torus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 (4 heights x 4 widths), 5 seeds each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attack (certificate 5)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Training-estimator replicas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seeds x n = 5000 per surface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bias, spread, Huber effect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Alternative methods under the same audit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spectral ansatz; published flow with 2 more seeds (the residual-loss PINN did not run)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ingredient table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Perturbed initial tori through the published 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Fourier-perturbed, 2 twisted tau, 1 (2,3) torus knot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first basin map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0749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grids: 48^2 to 384^2 tensor grids, never used in training. Genus 2 (the June reproduction, W_rep = 29.70 and 29.23) is not audited yet: the two-chart quadrature is not written.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692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Tooling. The harness code was drafted with an AI assistant (Claude) from my specification; the protocol text and slides were organised with its help. The certificates, thresholds, experimental decisions, all runs and the interpretation are mine. Numerical claims were cross-checked by two independent implementations (numpy and torch) agreeing to 1e-10 on exact surfaces; 18 unit tests pass.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on exact surfaces; grid resolution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926080"/>
                <a:gridCol w="2377440"/>
                <a:gridCol w="3593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 obtained (expected)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 K dA (expected)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Willmore residual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Sphere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12.5663706143 (4pi)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12.5663706143 (4pi)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7.6e-7, critical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Clifford torus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19.7392088023 (2pi^2)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4.6e-11 (0)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1.6e-6, critical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Torus R =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31.4048888987 (closed form)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2.7e-10 (0)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0.81, not critical: a valid torus that is not a Willmore torus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37560"/>
          <a:ext cx="51206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 K dA (must be 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128^2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-1.69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256^2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-0.44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41.8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384^2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-0.10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035040" y="3337560"/>
            <a:ext cx="560527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Clifford torus with a thin bubble (height 0.2, width 0.15, inner equator). The topological integral fails visibly while W is still moving by tens; its reference value is exact and W's is not. So the harness refines every grid until Gauss-Bonnet closes to 1e-6, and reports the grid with each certificate.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3035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two checkpoints: chi-hat = 2.000000 and 0.000000 (residuals 1e-14, 1e-15); Mobius with two centres: 1e-16; both below 8pi, so embedded by Li-Yau.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Certificate 4: Willmore equation residual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Delta H + 2H(H^2 - K); bands: critical &lt; 0.05 &lt; near-critical &lt; 0.5 &lt; not critical</a:t>
            </a:r>
            <a:endParaRPr lang="en-US" sz="1500" dirty="0"/>
          </a:p>
        </p:txBody>
      </p:sp>
      <p:pic>
        <p:nvPicPr>
          <p:cNvPr id="5" name="Image 0" descr="H_tor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394960" cy="2148840"/>
          </a:xfrm>
          <a:prstGeom prst="rect">
            <a:avLst/>
          </a:prstGeom>
        </p:spPr>
      </p:pic>
      <p:pic>
        <p:nvPicPr>
          <p:cNvPr id="6" name="Image 1" descr="H_sphe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49040"/>
            <a:ext cx="5394960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943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 and K of the trained torus (top) and sphere (bottom), on the parameter grid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508760"/>
          <a:ext cx="542239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737360"/>
                <a:gridCol w="1490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Checkpoint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W_cert / min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Direct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Variational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Torus, run_1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0.99, not 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0.21, near-critical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Sphere, run_2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0.94, not 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0.22, near-critical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6217920" y="2514600"/>
            <a:ext cx="542239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Torus: 98.1% of H's spectral energy is below mode 6 (the network's Fourier range); the 1.9% above is the mottling in the map, amplitude 0.05. A ripple of amplitude a and frequency k costs a^2 in energy and a k^4 in Delta H: the energy is blind to it, the equation is not.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Sphere: smooth by construction (harmonics up to degree 2), simply not round. Near a minimum the energy is quadratic in the deviation (0.25% in W), the residual is linear (20%). The energy criterion is second-order blind where the equation sees first-order.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Variational measurement (second derivatives only): near-critical in the smooth directions, not critical in the fine ones.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training estimator: spread, bias and epoch selection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seeds at n = 5000, the published setting. Bias is significant above 2 sd / sqrt 5. Two surfaces within 2 sd are a tie.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463040"/>
                <a:gridCol w="2011680"/>
                <a:gridCol w="2862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 (published flow, unchanged)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W_cert (x min)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W_rep, 5 seeds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by the training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Torus, run_1, best of 141 epochs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19.9710 (1.0117)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19.906 +- 0.092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19.721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1.3% below certified; bias not significant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Sphere, run_2, last epoch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12.5981 (1.0025)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12.633 +- 0.068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12.735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1.1% above certified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Sphere, run_2, best epoch by reported energy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12.6997 (1.0106)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12.749 +- 0.090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12.424 = 0.9887 x 4pi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reported below the minimum; the selected surface is worse than the last epoch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Torus from a Clifford-shaped initial surface (6 runs)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1.0014 to 1.0021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spread 0.07 to 0.17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19.51 to 19.57, all below 2pi^2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best epoch is a draw below the proven minimum (Marques-Neves)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Torus, two more training seeds from the config's initial torus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1.0070, 1.0084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0.15, 0.15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19.657 (below 2pi^2), 19.812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seed spread of W_cert: 0.25%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206240"/>
            <a:ext cx="1109167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reported number is a draw around the certified one with a spread of about half a percent, in both directions. Selecting the best epoch selects the lucky draw: it reports values below proven minima, and on the sphere it kept a worse surface than the last epoch.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data matters more than the seed: from the config's thin torus the flow ends 0.7 to 1.2% above the minimum; from a Clifford-shaped start, 0.15 to 0.2%. The seed spread of the certified energy is 0.25%.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Consequence for genus 2: the train-sample energy oscillating between 28.9 and 30.6 on consecutive epochs is this noise; 30.19 (paper) and 29.70 (June reproduction) are a tie.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test: grafted bubbles on the trained torus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bubbles on the genus 1 checkpoint (W_cert = 19.971), 5 seeds each, grid refined per bubble</a:t>
            </a:r>
            <a:endParaRPr lang="en-US" sz="1500" dirty="0"/>
          </a:p>
        </p:txBody>
      </p:sp>
      <p:pic>
        <p:nvPicPr>
          <p:cNvPr id="5" name="Image 0" descr="fig1_run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120640" cy="429768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554480"/>
          <a:ext cx="569671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731520"/>
                <a:gridCol w="868680"/>
                <a:gridCol w="1280160"/>
                <a:gridCol w="1371600"/>
                <a:gridCol w="7132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rho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W_cert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GB residual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Uncapped MC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Huber (optimiser)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21.75 +- 0.34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21.66 +- 0.30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23.68 +- 0.88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22.59 +- 0.57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8e-6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30.42 +- 3.06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23.86 +- 0.78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5e-6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33.50 +- 3.81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25.59 +- 1.28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7e-7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38.70 +- 3.51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31.14 +- 1.85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943600" y="3840480"/>
            <a:ext cx="569671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uncapped estimator is unbiased, but its seed spread grows from 0.3 to 13 as the bubble sharpens.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Huber value is what the optimiser descends on: it hides up to a quarter of the energy and saturates near 25 to 33 whatever the true value.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3: certified 29.3, above 8pi; reported to the optimiser 23.9, below 8pi. A bubble of height 0.05 moves the training signal across the Li-Yau line.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Gauss-Bonnet closes to 1e-6 on these rows: topology certified, W correct to three digits.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628632" y="109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table and comparison criterion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row per family of surfaces; value and verdict in every cell. 16 audited surfaces in all.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40080"/>
                <a:gridCol w="1737360"/>
                <a:gridCol w="1371600"/>
                <a:gridCol w="1280160"/>
                <a:gridCol w="1463040"/>
                <a:gridCol w="94183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Surface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W_cert (x min)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C1 Gauss-Bonnet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C2 Mobius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C3 Li-Yau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C4 residual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Exact Clifford torus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5e-11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6e-9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flow, sphere (last epoch / best-by-reported)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1.0025 / 1.0106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1e-14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1e-16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 / 0.99, not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flow, torus, config's initial torus (3 seeds)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1.0070 to 1.0117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4e-15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1e-16 to 2e-8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 to 0.99, not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flow, torus, Clifford-shaped initial surfaces (Fourier)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1.0014 to 1.0021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4e-15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5e-15 to 5e-11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0.75 to 0.89, not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flow, torus, twisted tau (0.2i; 0.05 + 0.1i)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1.0046; 1.0176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5e-15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3e-9; 7e-11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0.89; 0.95, not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Published flow, torus from a (2,3) torus knot tube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1.8818 (above 8pi)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7e-15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5e-11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embedded (knotted: W &gt;= 8pi)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0.99, not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spectral ansatz, no hidden layer (Lecture 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pass, 4e-15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7e-14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0.80, not critical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Residual-loss PINN (Lectures 12, 13)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did not run (autodiff limitation: reverse over 4 nested forward derivatives)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4924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Reading. Every surface the flow produced is a genuine closed surface of the right genus, Mobius-consistent, and none is a critical point of W. 8 of 9 initial data reach the Clifford basin; the knotted one stays above 8pi, as the theorem requires. Depth is worth about 0.15% on genus 1 (linear 1.0033 vs MLP 1.0014 to 1.0021 from comparable starts); the initial surface is worth ten times that. Comparison criterion: within a declared boundary (genus, initial data, budget), A is better than B if at least as good on every axis and strictly better on one; otherwise a trade-off, and the table says which. In geometry a result holds under its hypotheses; here they are the first column.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finer grid gives a better number; a certificate gives a reason to believe it, and in one case (Li-Yau) it can show that the estimator is wrong.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34640"/>
          <a:ext cx="1109167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3192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claimed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Gauss-Bonnet fails before W converges: it is the resolution criterion. All 16 audited outputs are closed surfaces of the right genus and Mobius-consistent; none is a critical point of W. The reported energy is a draw around the certified one (half a percent); best-epoch selection picks the lucky draw, reports values below proven minima, and on the sphere kept a worse surface. Initial data matters ten times more than the seed; the knotted start stays above 8pi. A bubble of height 0.05 hides 22% of the energy from the optimiser.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Two-chart quadrature for genus 2; mesh self-intersection test; basin map on the cluster; annealing rung; Sobolev, L-BFGS, Bobenko, Hessian; the ingredient table filled.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Anything about the genus 2 minimiser; optimality of any method in general; that a passing certificate proves the surface is the minimiser. A pass means: consistent with a Willmore surface of that genus at that resolution.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 willmore-audit (certificates.py, audit_checkpoint.py, attack_bump.py, methods/, attacks/, basins/, tests). Protocol document with every threshold and its justification.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2026-10-01T01:23:55Z</dcterms:created>
  <dcterms:modified xsi:type="dcterms:W3CDTF">2026-10-01T01:23:55Z</dcterms:modified>
</cp:coreProperties>
</file>